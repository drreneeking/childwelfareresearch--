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3 ·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Verbal Skills &amp; the Engagement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Following, Exploring, Focusing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Counterproductive Patterns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Practice Coach Demo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Simulation Logistics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Recording Time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Self-Assessment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Verbal Following, Exploring &amp; Focusing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THREE VERBAL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Moving the Conversation Forward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Following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Staying with what the client just said instead of redirecting to your own agenda.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Exploring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Open questions that widen understanding — “tell me more about that” rather than yes/no.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Focusing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Gently narrowing a sprawling story toward what's most workable right 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WHERE IT BREAKS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Common Counterproductive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Premature problem-solving, over-questioning that feels like interrogation, moralizing, and reassurance offered too fast are the four patterns to watch for in your own recording this week. Each one is well-intentioned and each one quietly takes the client's own process away from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CATCH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The Four Patterns, In Your Own Words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Premature problem-solving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662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Jumping to “have you tried…” before the client has finished being understood.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9489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9215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Over-questioning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387852"/>
            <a:ext cx="9326880" cy="662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Stacking closed questions until it feels like an intake form, not a conversation.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06908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04164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Moralizing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507992"/>
            <a:ext cx="9326880" cy="662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Letting your own judgment about the “right” choice leak into your tone.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1892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1617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Fast reassurance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628132"/>
            <a:ext cx="9326880" cy="662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“It'll be fine” before you've actually heard what isn't fine yet.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This Isn't Just About Today's 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Following, exploring, and focusing are the skills you'll lean on for the rest of the semester — in the First Client Case, in every Phase 2 rotation, and in field placement beyond this course. The Engagement Simulation is the first time you'll see them on video, which is exactly why it's worth taking seriously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A REASSURANCE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This Is a First Attempt, Not a Final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You are not expected to sound like a seasoned practitioner in your first recorded interview. The rubric is looking for genuine engagement skills in motion — including the moments you catch yourself and self-correct, which are themselves a demonstration of professional self-awareness.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Meet Your Practice Coach —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Using the Practice Coach for Self-Assessment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0698480" cy="3291840"/>
          </a:xfrm>
          <a:prstGeom prst="roundRect">
            <a:avLst>
              <a:gd name="adj" fmla="val 4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AAA00"/>
                </a:solidFill>
                <a:latin typeface="Cambria"/>
              </a:rPr>
              <a:t>Feedback, not a grade.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9875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After you record your simulation, you can paste your own self-assessment draft into the Practice Coach and ask it to push back on specific rubric lines — empathy, professionalism, cultural humility. It will never write the self-assessment for you; it will ask you what evidence from your own recording backs up each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The Engagement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Three Things You're Scored 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Empathy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Accurate reflection of content and feeling — not just active-listening gestures.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Professionalism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Clear opening, pacing, and closing structure to the interview.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Cultural humility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Genuine curiosity about the client's context, not assumptions.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to Turn In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The recording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Your practice intake interview with your simulated-client partner, fictional case only.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The self-assessment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Scored against the Competency 6 Engagement Rubric, in your own words.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Confidentiality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No real personal disclosures from either participant — invented case content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RECORDING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Class Time to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The rest of today's session is recording time. Find a quiet space with your partner, confirm your fictional scenario together before you hit record, and run the full interview start to finish — opening, exploration, and a clear closing — before you stop.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AFTER YOU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Writing the Self-Assessment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Watch your own recording once, straight through, without pausing to judge. Then watch it again with the rubric open, noting one specific moment as evidence for each criterion — a moment you're proud of, and one moment you'd do differently next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TWO HABITS,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Following vs. Redirecting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1206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IN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Client mentions their mother; you ask what that relationship is like right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1206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IN THE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Redirecting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429000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Client mentions their mother; you steer straight back to your own intake checklist.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6259"/>
                </a:solidFill>
                <a:latin typeface="Calibri"/>
              </a:rPr>
              <a:t>Neither is wrong forever — but notice which one you default to under pressure, and name it in your self-assessment.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"A good self-assessment only lists strengths."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10515600" cy="28346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A credible self-assessment identifies a real growth edge with equal honesty — naming what you'd do differently is itself evidence of the professional self-reflection this rubric is measuring.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Engagement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Due at the end of this class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Submit your recorded practice intake interview and your written self-assessment against the Competency 6 Engagement Rubric (empathy, professionalism, cultural humility).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Worth: 15% of course grade · Competency 6: Engage with Individuals, Families, Groups, Organizations, Communities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Module 4 — Assessment &amp; the First Client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3 · Week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