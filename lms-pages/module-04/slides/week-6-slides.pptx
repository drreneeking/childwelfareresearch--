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WHITNEY M. YOUNG, JR. SCHOOL OF SOCIAL WORK · CLARK ATLANTA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CUSW 403 — Practice Competency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8A96"/>
                </a:solidFill>
                <a:latin typeface="Calibri"/>
              </a:rPr>
              <a:t>Module 4 · Week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FFFFFF"/>
                </a:solidFill>
                <a:latin typeface="Cambria"/>
              </a:rPr>
              <a:t>Environmental Systems &amp; Goal Contracting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43400"/>
            <a:ext cx="2011680" cy="381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3DCCE"/>
                </a:solidFill>
                <a:latin typeface="Calibri"/>
              </a:rPr>
              <a:t>Dr. Ivis Renee 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4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TODAY'S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Where We're Headed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From Person to Environment</a:t>
            </a:r>
          </a:p>
        </p:txBody>
      </p:sp>
      <p:sp>
        <p:nvSpPr>
          <p:cNvPr id="6" name="Oval 5"/>
          <p:cNvSpPr/>
          <p:nvPr/>
        </p:nvSpPr>
        <p:spPr>
          <a:xfrm>
            <a:off x="4251960" y="1874519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Building an Ecomap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Negotiating Goals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Formulating a Contract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34290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Case-Staffing Time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This Week's Deliverables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4 · Week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ZOOMING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From the Person to the System Around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Last week's genogram mapped family structure. This week's ecomap maps everything else — the resources, institutions, and stressors surrounding your case family right now. Together they give your group a genuinely multidimensional picture before you write a single goal.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4 · Week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WHAT AN ECOMAP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Resources, Stressors, Connections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8102E"/>
                </a:solidFill>
                <a:latin typeface="Cambria"/>
              </a:rPr>
              <a:t>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Supports the family draws on — kin, faith community, agencies, informal networks.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8A6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8A6D18"/>
                </a:solidFill>
                <a:latin typeface="Cambria"/>
              </a:rPr>
              <a:t>Stressors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Pressures pressing in — housing, income, health systems, school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6B6259"/>
                </a:solidFill>
                <a:latin typeface="Cambria"/>
              </a:rPr>
              <a:t>Connection strength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Line weight shows whether a tie is strong, tenuous, or strained.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4 · Week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BUILDING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Ecomap, Step by Step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013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Place the household at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6771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The family system your genogram already mapped.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223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488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Circle each outside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6123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Every resource and stressor in the client's environment, named specifically.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81584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78840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Draw connection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25475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Solid for strong, dashed for tenuous, jagged for stressful or conflicted.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4 · Week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Assessment Into Planning</a:t>
            </a:r>
          </a:p>
        </p:txBody>
      </p:sp>
      <p:sp>
        <p:nvSpPr>
          <p:cNvPr id="4" name="Oval 3"/>
          <p:cNvSpPr/>
          <p:nvPr/>
        </p:nvSpPr>
        <p:spPr>
          <a:xfrm>
            <a:off x="996696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Engagement</a:t>
            </a:r>
          </a:p>
        </p:txBody>
      </p:sp>
      <p:sp>
        <p:nvSpPr>
          <p:cNvPr id="6" name="Chevron 5"/>
          <p:cNvSpPr/>
          <p:nvPr/>
        </p:nvSpPr>
        <p:spPr>
          <a:xfrm>
            <a:off x="2045512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87752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5416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Assessment</a:t>
            </a:r>
          </a:p>
        </p:txBody>
      </p:sp>
      <p:sp>
        <p:nvSpPr>
          <p:cNvPr id="9" name="Chevron 8"/>
          <p:cNvSpPr/>
          <p:nvPr/>
        </p:nvSpPr>
        <p:spPr>
          <a:xfrm>
            <a:off x="3636568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78808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Planning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5227624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9864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Implementation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6818680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60920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4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Evaluation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8409736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51976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Termination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10000792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43032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0696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Follow-Up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B6259"/>
                </a:solidFill>
                <a:latin typeface="Calibri"/>
              </a:rPr>
              <a:t>This week's ecomap finishes Assessment; goal contracting begins Planning — both stages in view at once.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4 · Week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Negotiating Goals &amp; Formulating 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4 · Week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MYTH VS.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1">
                <a:solidFill>
                  <a:srgbClr val="FFFFFF"/>
                </a:solidFill>
                <a:latin typeface="Cambria"/>
              </a:rPr>
              <a:t>"The practitioner sets the treatment goals."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63240"/>
            <a:ext cx="10515600" cy="2834640"/>
          </a:xfrm>
          <a:prstGeom prst="roundRect">
            <a:avLst>
              <a:gd name="adj" fmla="val 6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AAA00"/>
                </a:solidFill>
                <a:latin typeface="Cambria"/>
              </a:rPr>
              <a:t>Reality: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40480"/>
            <a:ext cx="9784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Goal negotiation is collaborative by design — the client's own priorities anchor the plan, even when they differ from what a practitioner might have chosen first. A contract only holds if the client actually helped write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4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A GOOD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 Makes a Goal Usable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8102E"/>
                </a:solidFill>
                <a:latin typeface="Cambria"/>
              </a:rPr>
              <a:t>Specific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Named clearly enough that two different readers would agree whether it's met.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8A6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8A6D18"/>
                </a:solidFill>
                <a:latin typeface="Cambria"/>
              </a:rPr>
              <a:t>Client's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Framed the way the client would describe success, not just clinical shorthand.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6B6259"/>
                </a:solidFill>
                <a:latin typeface="Cambria"/>
              </a:rPr>
              <a:t>Measurable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Has some visible marker of progress, even an imperfect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4 · Week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FROM ASSESSMENT TO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Translating Assessment into 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Your treatment plan should trace directly back to specific findings in your genogram and ecomap — a strength you identified becomes a resource the plan leans on; a stressor you mapped becomes something the plan explicitly addresses. A plan that doesn't reference your own assessment work isn't really a plan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4 · Week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WATCH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Common Goal-Writing Mistakes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013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Too vague to 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6771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“Improve family communication” — improve how, measured how?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223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488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Practitioner's words, not client's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6123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A goal the client wouldn't recognize as their own priority.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81584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78840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No connection to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25475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A goal that doesn't trace back to anything your genogram or ecomap actually found.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4 · Week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CASE STAFFING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Group Work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4 · Week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THIS WEEK'S STAFFING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 Your Group Should Leave With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013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A completed ecomap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6771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Reflecting this week's reading and your group's own discussion.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223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488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2–3 negotiated 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6123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Written the way your case's client would actually say them.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81584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78840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A rotated facilitator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25475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Someone new should be leading today's staffing discussion.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4 · Week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A REMINDER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Individual Reflections Are Still Individual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Even during group case-staffing time, your weekly reflection is written alone — connecting today's discussion to the reading, NASW ethics, EPAS competencies, and the Afrocentric Perspective in your own words, not copied from a groupmate's.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4 · Week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DUE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Due This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698480" cy="3840480"/>
          </a:xfrm>
          <a:prstGeom prst="roundRect">
            <a:avLst>
              <a:gd name="adj" fmla="val 4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1512"/>
                </a:solidFill>
                <a:latin typeface="Cambria"/>
              </a:rPr>
              <a:t>Ecomap + Treatment Plan (group) + Weekly Reflection #2 (individual).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B1512"/>
                </a:solidFill>
                <a:latin typeface="Calibri"/>
              </a:rPr>
              <a:t>Submit your group's ecomap and treatment plan for your assigned case, along with your own individual weekly reflection connecting this week's case-staffing discussion to the reading, ethics, and competencies.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8102E"/>
                </a:solidFill>
                <a:latin typeface="Calibri"/>
              </a:rPr>
              <a:t>Reading: Hepworth Ch. 12 · First Client Case is worth 15% of course grade overall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4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Week 7 — Phase 1 Wrap-Up &amp; the Benchmark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E3DCCE"/>
                </a:solidFill>
                <a:latin typeface="Cambria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4 · Week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