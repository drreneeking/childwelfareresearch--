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6 · 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The Afrocentric Perspective; Mental Health Rotation Begins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A School Legacy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Humanistic Values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Intuitive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Matrix Roles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Mental Health Rotation Begins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Looking to Week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WHERE THIS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A Framework With Deep Roots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The Afrocentric Perspective traces back to the Atlanta School of Social Work, founded in 1920 — the institutional ancestor of Clark Atlanta University's School of Social Work since 1988. This isn't an imported framework; it's this School's own intellectual inheritance.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THIS MODULE'S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Three Concepts, Assigned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The Afrocentric Perspective includes ten interlocking concepts. CUSW 403 is specifically assigned three: Humanistic Values, Intuitive, and Matrix Roles. You'll meet the rest of the framework in later coursework — this module builds real depth in these three rather than a shallow pass over all 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CONCEPT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Humanistic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CONCEPT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Humanistic 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0698480" cy="3291840"/>
          </a:xfrm>
          <a:prstGeom prst="roundRect">
            <a:avLst>
              <a:gd name="adj" fmla="val 4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AAA00"/>
                </a:solidFill>
                <a:latin typeface="Cambria"/>
              </a:rPr>
              <a:t>Values that prioritize human potential.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9875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Humanistic Values places priority on eliminating human oppression and enhancing human potential — not as a slogan, but as the actual standard a practitioner's choices get measured against.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CONCEPT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Intuitive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CONCEPT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Intuitive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0698480" cy="3291840"/>
          </a:xfrm>
          <a:prstGeom prst="roundRect">
            <a:avLst>
              <a:gd name="adj" fmla="val 4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AAA00"/>
                </a:solidFill>
                <a:latin typeface="Cambria"/>
              </a:rPr>
              <a:t>Emotion as a source of what's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9875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Intuitive means recognizing and accepting the importance of emotion in determining what is real — a direct counterpoint to practice models that treat only observable, measurable data as legitimate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CONCEPT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Matrix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CONCEPT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Matrix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0698480" cy="3291840"/>
          </a:xfrm>
          <a:prstGeom prst="roundRect">
            <a:avLst>
              <a:gd name="adj" fmla="val 4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AAA00"/>
                </a:solidFill>
                <a:latin typeface="Cambria"/>
              </a:rPr>
              <a:t>The personification of effective strategy.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9875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Matrix Roles is the personification of effective professional strategies for eliminating human oppression and enhancing human potential — the practitioner doesn't just apply a strategy, they embody it in how they show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"The Afrocentric Perspective is a supplement to “real” practice theory."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10515600" cy="28346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It is a full practice framework in its own right, developed specifically to center African and African American cultural knowledge in social work — not an add-on to a Eurocentric default, but an alternative starting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Mental Health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YOUR SECOND PHASE 2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What's Different About This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Mental health agency settings bring a distinct set of confidentiality obligations and clinical language. Bring the same structured-observation habits from your child welfare rotation — and notice where Humanistic Values, Intuitive, and Matrix Roles show up (or don't) in what you observe.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Rotation Orientation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Confirm your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Mental health agency placement, supervisor contact, start date.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Review site-specific confidentiality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Mental health settings often carry additional legal protections.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Begin your 4 hrs/week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Same observation log format as Module 5, applied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Week 11 — The DIASPORA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Next week introduces the DIASPORA Model (King, 2019) as a concrete tool for applying these three concepts to an actual case — and launches your small-group Afrocentric Perspective Case Study, due at the end of Week 11.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Rotation begins — 4 hrs/week at your Mental Health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Attend rotation orientation and complete your first week of observation hours. Begin noting where you see (or notice the absence of) Humanistic Values, Intuitive, and Matrix Roles in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Reading: Hepworth Ch. 14; Afrocentric Perspective overview; Schiele (2015)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Week 11 — The DIASPORA Model &amp; the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6 · Week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