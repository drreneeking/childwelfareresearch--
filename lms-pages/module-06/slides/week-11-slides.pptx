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6 · 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The DIASPORA Model &amp; the Afrocentric Perspective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Recap: Three Concepts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Introducing DIASPORA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The Eight Stages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Applying It to a Case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Group Work Time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Flipgrid Logistics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LAST WEEK, BRIEFLY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Humanistic Values, Intuitive, Matrix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Last week gave you three Afrocentric Perspective concepts as ideas. This week gives you a model for actually applying them to a case — moving from understanding the concepts to using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DIASPORA (King, 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DEVELOPED AT THIS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A Model Built for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The DIASPORA Model (King, 2019, published in Urban Social Work) operationalizes the Afrocentric Perspective as an eight-stage sequence — not a rigid checklist, but a way of moving through a case that keeps culture, structure, and affect in view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EIGHT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D-I-A-S-P-O-R-A</a:t>
            </a:r>
          </a:p>
        </p:txBody>
      </p:sp>
      <p:sp>
        <p:nvSpPr>
          <p:cNvPr id="4" name="Oval 3"/>
          <p:cNvSpPr/>
          <p:nvPr/>
        </p:nvSpPr>
        <p:spPr>
          <a:xfrm>
            <a:off x="897255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Deconstruct</a:t>
            </a:r>
          </a:p>
        </p:txBody>
      </p:sp>
      <p:sp>
        <p:nvSpPr>
          <p:cNvPr id="6" name="Chevron 5"/>
          <p:cNvSpPr/>
          <p:nvPr/>
        </p:nvSpPr>
        <p:spPr>
          <a:xfrm>
            <a:off x="184663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9429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6534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Investigate</a:t>
            </a:r>
          </a:p>
        </p:txBody>
      </p:sp>
      <p:sp>
        <p:nvSpPr>
          <p:cNvPr id="9" name="Chevron 8"/>
          <p:cNvSpPr/>
          <p:nvPr/>
        </p:nvSpPr>
        <p:spPr>
          <a:xfrm>
            <a:off x="323880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1603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8708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Acknowledge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/ Assess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0978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73777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0882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Social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Structures</a:t>
            </a:r>
          </a:p>
        </p:txBody>
      </p:sp>
      <p:sp>
        <p:nvSpPr>
          <p:cNvPr id="15" name="Chevron 14"/>
          <p:cNvSpPr/>
          <p:nvPr/>
        </p:nvSpPr>
        <p:spPr>
          <a:xfrm>
            <a:off x="602315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5951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Political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Objectives</a:t>
            </a:r>
          </a:p>
        </p:txBody>
      </p:sp>
      <p:sp>
        <p:nvSpPr>
          <p:cNvPr id="18" name="Chevron 17"/>
          <p:cNvSpPr/>
          <p:nvPr/>
        </p:nvSpPr>
        <p:spPr>
          <a:xfrm>
            <a:off x="7415326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58125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5230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Opportunities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/ Oppression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880750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0299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7404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Reconstruct</a:t>
            </a:r>
          </a:p>
        </p:txBody>
      </p:sp>
      <p:sp>
        <p:nvSpPr>
          <p:cNvPr id="24" name="Chevron 23"/>
          <p:cNvSpPr/>
          <p:nvPr/>
        </p:nvSpPr>
        <p:spPr>
          <a:xfrm>
            <a:off x="1019967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42473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9578" y="3154680"/>
            <a:ext cx="122758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Afrocentricity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/ Affective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Each letter names a stage — from deconstructing assumptions through to affective, culturally-grounded knowledge.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THREE STAGES, CLOSER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Students Often Need the Most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Deconstruct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Naming the assumptions — including Eurocentric defaults — you bring into the case before you begin.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Social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Locating the case within real systemic conditions, not just individual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Reconstruct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Building a way forward that centers the client's own cultural knowledge and strength.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"DIASPORA is just another eight-step assessment checklist."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It's a way of thinking, not a form to fill in order. Stages inform one another — Political Objectives can reshape how you understand Social Structures, and Affective Knowledge runs through every stage, not just the last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THE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Afrocentric Perspective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SMALL GROUPS, ONE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You're Building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Small groups apply the DIASPORA Model to a de-identified, composite case drawn loosely from members' Mental Health rotation experience. Composite means blended from more than one real observation, with all identifying detail removed — not a single real client's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CONFIDENTIALITY — NON-NEGOTIABLE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Case Must Be De-Identified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No real names. No real agency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Even blended and composite, your case study must contain nothing that could identify a real client or your rotation site. When in doubt, change the detail or leave it out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GROUP WORK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Building Your Case Study Today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Draft your composite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Blend elements across members' rotation observations — nothing identifying.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Walk it through DIASPORA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All eight stages, even briefly — this is where the model earns its keep.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Assign the Flipgrid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Decide who presents which stage(s) before you leave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PRESENTING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Flipgrid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Present your group's findings as a short Flipgrid video — each member should have a visible speaking role, connected clearly to a specific DIASPORA stage or set of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Afrocentric Perspective Case Study + Flipgrid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small group's de-identified, composite case study applying the DIASPORA Model, along with your group's Flipgrid 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10% of course grade · Comp 8 (introduced) + Comp 10 (Afrocentric Perspective, assessed)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Module 7 — Community Organizations &amp; Gender-Sensitive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