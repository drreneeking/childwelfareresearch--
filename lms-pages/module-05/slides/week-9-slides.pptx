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5 ·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Couple &amp; Family Relationships; Rotation Continues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Enhancing Family Relationships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Rotation Check-In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Common Observations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Connecting to Module 4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Writing the Reflection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This Week's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WEEK'S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Enhancing Couple &amp; Family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Building directly on last week's assessment lens, this content looks at approaches for strengthening couple and family relationships — presented here at exposure level, since full intervention mastery belongs to CUSW 404, not this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HALFWAY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Your Rotation,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HOURS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WEEKS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ROTATION LEFT IN THIS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ROTATION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How's It Going So Far?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CLASS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Have You Noticed at Your Site?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In small groups, share one thing that surprised you about how assessment or family engagement actually happens in practice — not in theory, but in a real agency, under real time pressure and real caseloads.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COMMON FIRST-ROTATION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Students Often Notice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Time pressure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Practitioners assess and engage under caseloads that don't match a classroom's 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Documentation is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A large share of practitioner time goes to writing it down, not just doing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Supervision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Good supervision visibly shapes decision quality in real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"Observing is a passive activity — there's not much to learn just by watching."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Structured observation is an active skill: noticing what a practitioner does and doesn't say, how they pace an interaction, and what they document afterward all teach you things a textbook chapter can't.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BEYOND THE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Comes Next in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This is your first of three Phase 2 rotations. Module 6 pairs a mental health agency setting with the School's own Afrocentric Perspective framework; Module 7 closes Phase 2 at a community organization. Each rotation builds on the structured-observation habits you're practicing this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CONNECTING THE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Module 4 Meets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Notice where your rotation site's actual assessment practices echo — or diverge from — the genogram, ecomap, and goal-contracting work your First Client Case group just finished. Both connections are worth writing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ENHANCING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Three Areas of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Communication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How family members currently talk — and talk past — one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Role expectations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Where roles are shared, contested, or unspoken within the family.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Repair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The family's existing ability to reconnect after conflict.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WRITING THE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to Include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What you observed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Professional conduct and process — never real client-identifying detail.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A question it raised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Something genuinely unresolved for you, not a rhetorical one.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A course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Tie it back to this week's reading or to your First Client Case 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BEFORE YOU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Confidentiality, One More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No real client-identifying detail — 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Names, exact addresses, case numbers, or any detail that could identify a real client do not belong in your log, even in service of a compelling reflection. If in doubt, leave it out and describe the process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Due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Observation Log + Reflection.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Submit your completed structured observation log from both weeks at your child welfare/family-services rotation, along with a written reflection connecting the experience to this week's reading and to your First Client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Worth: 10% of course grade · Comp 8 (Intervene) — introduced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Module 6 — Mental Health &amp; the Afrocentric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5 · Week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