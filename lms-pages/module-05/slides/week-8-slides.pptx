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5 ·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Family Systems &amp; the Start of Phase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Welcome to Phase 2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Assessing Diverse Families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Comp 8, Introduced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Rotation Orientation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Confidentiality — a New Standard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Observation Log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PHASE 2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Implementation,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ROTATION SITES THIS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HOURS/WEEK PER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WEEKS PER ROTATION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Implementation in the GIM Model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Engagement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04551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87752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Assessment</a:t>
            </a:r>
          </a:p>
        </p:txBody>
      </p:sp>
      <p:sp>
        <p:nvSpPr>
          <p:cNvPr id="9" name="Chevron 8"/>
          <p:cNvSpPr/>
          <p:nvPr/>
        </p:nvSpPr>
        <p:spPr>
          <a:xfrm>
            <a:off x="3636568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78808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Planning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762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9864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Implementation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681868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Evaluation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409736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197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Termination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0079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43032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Modules 5, 6, and 7 all sit inside Implementation — three different settings, one GIM stage.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DIFFERENT KIND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Real Sites, Real Practitioners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Everything through Module 4 was simulation and fictional case work, by design. Phase 2 is different: you'll spend four hours a week at a real child welfare or family-services agency, observing actual practice under supervision.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ASSESSING FAMILY FUNCTIONING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Not One Template Fits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Family assessment across diverse structures and cultural contexts means resisting a default nuclear-family template — extended kin networks, chosen family, multigenerational households, and blended families all require the same rigor Module 4 already gave you, applied without assuming what “normal” looks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COMP 8 — INTRODUCED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Intervene: Exposure, Not Mastery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Introduced in 403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You'll observe intervention approaches in real settings this semester.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Mastered in 404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Full competency-level mastery of Intervene is CUSW 404's responsibility.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What that means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Your observation log documents what you see — it isn't graded on performing interventions yourself.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PHASE 1 VS.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Actually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WEEKS 1–7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Fictional and simulated case work — engagement skills, assessment, and planning, all low-stakes to practice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WEEKS 8–13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Supervised observation at real agency sites — child welfare, mental health, community organizations.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Same GIM stages you already know — Implementation, in particular — now observed in a real setting instead of rehearsed.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WHY CHILD WELFARE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The Logic of This Rotation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Child welfare and family-services settings connect most directly to the family-systems assessment work your First Client Case group just finished — the genogram and ecomap skills transfer almost immediately to what you'll see practitioners doing at your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ROTATION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Before You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Before Your First Day On-Site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Confirm your 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Site name, supervisor contact, and start date — confirmed with your instructor.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Track your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4 hrs/week, logged consistently — your rotation record depends on this.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Know who to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Your instructor's contact for any site concern, before you need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PROFESSIONAL CONDUCT AT YOUR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What's Expected of You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Dress and punctuality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Present yourself as a professional guest in someone else's workplace.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Confidentiality obligations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Bound by the agency's own confidentiality rules, on top of the course's.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Chain of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Site concerns go through your instructor, not directly to agency leadership.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"My observation log can include real client details if I keep it professional."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 can't. Your case work through Module 4 was always fictional or de-identified by design — this rotation involves real clients, and your observation log must never contain real client-identifying detail, regardless of tone.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OBSERVATION LOG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You're Actually Writing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Each entry: what you observed (professional conduct, process, structure — never identifying client detail), questions the observation raised for you, and one connection back to this course's content. Structured observation, not a diary.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REASSURANCE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You're There to Observe, Not to Perform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 are not expected to intervene, counsel, or make case decisions at your rotation site — that's the supervising practitioner's role. Your job is structured, attentive observation, which is its own genuine skill worth taking seriously.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Rotation begins — 4 hrs/week at your assigned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Attend rotation orientation, complete your first observation hours at your assigned child welfare/family-services site, and begin your observation log. The full log + reflection is due at the end of Week 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Reading: Hepworth Ch. 10 · Comp 8 (Intervene) — introduced, not assessed to mastery in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Week 9 — Rotation Continues; Observation Log 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