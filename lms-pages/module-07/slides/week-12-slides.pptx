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7 · Week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Group Work Skills &amp; Gender-Sensitive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Your Third Rotation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Forming Social Work Groups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Assessing Group Function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Gender-Sensitive Practice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Intersectionality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Rotation Begins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PHASE 2, NEARLY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Your Rotations So Far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ROTATIONS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ROTATION REMAINING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TOTAL HOURS SO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YOUR FINAL PHASE 2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Community Organizations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Your third and final rotation moves from direct-service settings (child welfare, mental health) to a community organization — where mezzo and macro practice, not individual case work, take center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Forming &amp; Assessing Social Work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GROUP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Practitioners Actually Watch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Purpose 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Does every member understand why the group exists and what it's working toward?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Stage of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Groups move through predictable stages — forming, storming, norming, performing.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Power dynamics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Who speaks, who's spoken over, and whether the facilitator notices.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CONNECTING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Why Group Skills Matter at Your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Community organizations run on group and coalition work — resident councils, advocacy coalitions, service partnerships. What you learn about assessing group function today is exactly what you'll be watching for at your rotation 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Gender-Sensitive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A DELIBERATE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Gender-Sensitive Practice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Gender-sensitive practice means noticing and questioning gendered assumptions baked into service delivery — who a program assumes will show up, whose needs get named first, and whose get treated as an afterthought.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"Gender-sensitive practice is only relevant to services specifically for women."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It applies everywhere services are delivered — assumptions about caregiving roles, breadwinning, and who counts as a “typical” client shape every program, regardless of who it's nominally designed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CARRYING THE THREAD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Intersectionality,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This connects directly to social justice and multiculturalism/diversity threads running through the whole course — gender never operates alone. Race, class, immigration status, and disability all shape how gendered assumptions land differently on different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Community Organization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Rotation Orientation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Confirm your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Community organization placement, supervisor contact, start date.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Understand the 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Likely less clinical, more programmatic and coalition-based than your last two sites.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Begin your 4 hrs/week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Same observation log habits — adapted to a mezzo/macro 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LOOKING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Week 13 — Resource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Next week pairs macro-level content on modifying environments and developing resources with your rotation continuing — building toward the Community Asset Map due at the end of Week 13.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Rotation begins — 4 hrs/week at your Community Organization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Attend rotation orientation and complete your first week of observation hours, paying particular attention to group and coalition dynamics.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Reading: Hepworth Ch. 11 · Comp 8 (Intervene) — introduced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Week 13 — Resource Development &amp; the Community Asset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7 · Week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