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8 · Week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Evaluation, Termination &amp; Follow-Up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The Semester, Reviewed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Evaluation as a GIM Stage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Termination Done Well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Follow-Up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Portfolio Compilation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What's Ahead in Week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Closing the GIM Cycle</a:t>
            </a:r>
          </a:p>
        </p:txBody>
      </p:sp>
      <p:sp>
        <p:nvSpPr>
          <p:cNvPr id="4" name="Oval 3"/>
          <p:cNvSpPr/>
          <p:nvPr/>
        </p:nvSpPr>
        <p:spPr>
          <a:xfrm>
            <a:off x="996696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Engagement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04551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87752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6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Assessment</a:t>
            </a:r>
          </a:p>
        </p:txBody>
      </p:sp>
      <p:sp>
        <p:nvSpPr>
          <p:cNvPr id="9" name="Chevron 8"/>
          <p:cNvSpPr/>
          <p:nvPr/>
        </p:nvSpPr>
        <p:spPr>
          <a:xfrm>
            <a:off x="3636568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78808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Planning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5227624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9864" y="2331720"/>
            <a:ext cx="621792" cy="621792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Implementation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6818680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Evaluation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409736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51976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Termination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00792" y="2450592"/>
            <a:ext cx="148132" cy="384048"/>
          </a:xfrm>
          <a:prstGeom prst="chevron">
            <a:avLst/>
          </a:prstGeom>
          <a:solidFill>
            <a:srgbClr val="E3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43032" y="2331720"/>
            <a:ext cx="621792" cy="62179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0696" y="3154680"/>
            <a:ext cx="1426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B1512"/>
                </a:solidFill>
                <a:latin typeface="Cambria"/>
              </a:rPr>
              <a:t>Follow-Up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The final three GIM stages, all in view this week — closing a helping relationship is its own skill 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NOT AN AFTERTHOUGHT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Why Evaluation Gets Its Own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Evaluation asks a direct question: did the plan actually work? It requires the same rigor as assessment and planning did — vague impressions of “things went well” don't hold up as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THREE CLOSING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Evaluation, Termination, Follow-Up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Did the negotiated goals actually get met — and how do you know?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Termination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Ending the relationship deliberately, not letting it just trail 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Follow-Up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Checking back later — change that doesn't hold isn't really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"Termination just means the sessions stop happening."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Done well, termination is an active process — reviewing progress together, naming what's unresolved, and preparing the client for the relationship's actual end, rather than letting contact simply fade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TWO KINDS OF 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Planned vs. Unplanned Termination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GOALS MET (OR REASSESSED)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Planned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Both parties know it's coming, review progress together, and name what comes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EXTERNAL CIRCUMSTANCE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Unplanned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290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Relocation, agency closure, or other disruption — still deserves an honest closing conversation.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Either way, the practitioner's job is to close the relationship with intention, not let it simply stop.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LAST GIM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Why Follow-Up Still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Follow-up checks whether change actually held after termination — a plan that looked successful in the room can still unravel without support. It's easy to skip; skipping it is exactly why it's named as its own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Your Professional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WHOLE SEMESTER, ONE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the Portfolio Compiles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Your Professional Portfolio brings together the Engagement Simulation self-assessment, First Client Case materials, all three rotation observation logs and the community asset map, and the Afrocentric Perspective Case Study — into one coherent account of your semester's practice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COMPILATION WORK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Building It Today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Gather every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Pull all of Modules 3–7's work into one place before you start writing connections.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Write connective narrative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Not just a folder of attachments — brief framing that ties the pieces together.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Note your own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Where do you see change between your Week 4 self-assessment and now?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 NOTE ON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This Isn't a Highlight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A strong portfolio names real growth edges alongside real strengths — reviewers are looking for evidence of professional self-reflection, not a curated best-of that hides everything you're still working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Due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Professional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Submit your compiled portfolio synthesizing the Engagement Simulation, First Client Case, all three rotation logs/asset map, and the Afrocentric Perspective Case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Worth: 10% of course grade (combined with the Field Readiness Evaluation) · Comp 9: Evaluate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Week 15 — Field Readiness Certification &amp; Final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